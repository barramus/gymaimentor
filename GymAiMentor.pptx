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3.png"/><Relationship Id="rId5" Type="http://schemas.openxmlformats.org/officeDocument/2006/relationships/image" Target="../media/image-4-3.png"/><Relationship Id="rId6" Type="http://schemas.openxmlformats.org/officeDocument/2006/relationships/image" Target="../media/image-4-3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pub.smallppt.com/uploadFile/template/20250331/20250331131528SKm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497580"/>
            <a:ext cx="2824386" cy="1645894"/>
          </a:xfrm>
          <a:prstGeom prst="rect">
            <a:avLst/>
          </a:prstGeom>
        </p:spPr>
      </p:pic>
      <p:pic>
        <p:nvPicPr>
          <p:cNvPr id="3" name="Image 1" descr="https://osspub.smallppt.com/uploadFile/template/20250331/202503311318017cG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0"/>
            <a:ext cx="2770632" cy="1586484"/>
          </a:xfrm>
          <a:prstGeom prst="rect">
            <a:avLst/>
          </a:prstGeom>
        </p:spPr>
      </p:pic>
      <p:pic>
        <p:nvPicPr>
          <p:cNvPr id="4" name="Image 2" descr="https://osspub.smallppt.com/uploadFile/template/20250331/20250331133827mW5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41593" cy="1092038"/>
          </a:xfrm>
          <a:prstGeom prst="rect">
            <a:avLst/>
          </a:prstGeom>
        </p:spPr>
      </p:pic>
      <p:pic>
        <p:nvPicPr>
          <p:cNvPr id="5" name="Image 3" descr="https://osspub.smallppt.com/uploadFile/template/20250331/20250331124944Zc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rot="526938">
            <a:off x="6138270" y="2122606"/>
            <a:ext cx="2749948" cy="274994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005840" y="1828800"/>
            <a:ext cx="6371470" cy="176650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>
              <a:lnSpc>
                <a:spcPct val="96000"/>
              </a:lnSpc>
              <a:spcBef>
                <a:spcPts val="375"/>
              </a:spcBef>
            </a:pPr>
            <a:r>
              <a:rPr lang="en-US" sz="3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AI-агент в Telegram GymAiMentor</a:t>
            </a:r>
            <a:endParaRPr lang="en-US" sz="1500" dirty="0"/>
          </a:p>
          <a:p>
            <a:pPr>
              <a:lnSpc>
                <a:spcPct val="96000"/>
              </a:lnSpc>
              <a:spcBef>
                <a:spcPts val="375"/>
              </a:spcBef>
            </a:pPr>
            <a:endParaRPr lang="en-US" sz="1500" dirty="0"/>
          </a:p>
          <a:p>
            <a:pPr>
              <a:lnSpc>
                <a:spcPct val="96000"/>
              </a:lnSpc>
              <a:spcBef>
                <a:spcPts val="375"/>
              </a:spcBef>
            </a:pPr>
            <a:endParaRPr lang="en-US" sz="1500" dirty="0"/>
          </a:p>
        </p:txBody>
      </p:sp>
      <p:sp>
        <p:nvSpPr>
          <p:cNvPr id="7" name="Text 1"/>
          <p:cNvSpPr/>
          <p:nvPr/>
        </p:nvSpPr>
        <p:spPr>
          <a:xfrm>
            <a:off x="2858394" y="3268980"/>
            <a:ext cx="2666363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t.me/GymAiMentor_bot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pub.smallppt.com/uploadFile/template/20250331/202503311318017cG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3368" y="0"/>
            <a:ext cx="2770632" cy="1586484"/>
          </a:xfrm>
          <a:prstGeom prst="rect">
            <a:avLst/>
          </a:prstGeom>
        </p:spPr>
      </p:pic>
      <p:pic>
        <p:nvPicPr>
          <p:cNvPr id="3" name="Image 1" descr="https://osspub.smallppt.com/uploadFile/template/20250331/20250331131528SKm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7580"/>
            <a:ext cx="2824386" cy="1645894"/>
          </a:xfrm>
          <a:prstGeom prst="rect">
            <a:avLst/>
          </a:prstGeom>
        </p:spPr>
      </p:pic>
      <p:pic>
        <p:nvPicPr>
          <p:cNvPr id="4" name="Image 2" descr="https://osspub.smallppt.com/uploadFile/template/20250331/20250331133827mW5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41593" cy="1092038"/>
          </a:xfrm>
          <a:prstGeom prst="rect">
            <a:avLst/>
          </a:prstGeom>
        </p:spPr>
      </p:pic>
      <p:pic>
        <p:nvPicPr>
          <p:cNvPr id="5" name="Image 3" descr="https://osspub.smallppt.com/uploadFile/template/20250331/20250331135015fky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rot="468013">
            <a:off x="5837523" y="1782205"/>
            <a:ext cx="3095218" cy="309521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005840" y="1828800"/>
            <a:ext cx="4215461" cy="1783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GymAiMentor - это AI-агент, который поможет вам в  достижении ваших фитнес-целей. Это персональный тренер, который всегда на связи с вами 24/7</a:t>
            </a:r>
            <a:endParaRPr lang="en-US" sz="1500" dirty="0"/>
          </a:p>
          <a:p>
            <a:pPr>
              <a:lnSpc>
                <a:spcPct val="80000"/>
              </a:lnSpc>
              <a:spcBef>
                <a:spcPts val="375"/>
              </a:spcBef>
            </a:pPr>
            <a:endParaRPr lang="en-US" sz="1500" dirty="0"/>
          </a:p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Начните работу с агентом, отсканировав QR-код на своем устройстве, </a:t>
            </a:r>
            <a:endParaRPr lang="en-US" sz="1500" dirty="0"/>
          </a:p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нажмите “Старт”</a:t>
            </a:r>
            <a:endParaRPr lang="en-US" sz="1500" dirty="0"/>
          </a:p>
        </p:txBody>
      </p:sp>
      <p:pic>
        <p:nvPicPr>
          <p:cNvPr id="7" name="Image 4" descr="https://osspub.smallppt.com/ppt/content/20251109/1762692612054349478/20251109205749QkRY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4407" y="1950610"/>
            <a:ext cx="1163322" cy="15469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pub.smallppt.com/uploadFile/template/20250402/20250402202557tyNx.png">    </p:cNvPr>
          <p:cNvPicPr>
            <a:picLocks noChangeAspect="1"/>
          </p:cNvPicPr>
          <p:nvPr/>
        </p:nvPicPr>
        <p:blipFill>
          <a:blip r:embed="rId1"/>
          <a:srcRect l="0" r="0" t="0" b="24812"/>
          <a:stretch/>
        </p:blipFill>
        <p:spPr>
          <a:xfrm>
            <a:off x="7392924" y="45720"/>
            <a:ext cx="1705356" cy="12790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6844284" cy="69494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GymAiMentor составит программу тренировок на основе ваших параметров и целей</a:t>
            </a:r>
            <a:endParaRPr lang="en-US" sz="1500" dirty="0"/>
          </a:p>
        </p:txBody>
      </p:sp>
      <p:pic>
        <p:nvPicPr>
          <p:cNvPr id="4" name="Image 1" descr="https://osspub.smallppt.com/uploadFile/template/20250331/202503311318017cGM.png">    </p:cNvPr>
          <p:cNvPicPr>
            <a:picLocks noChangeAspect="1"/>
          </p:cNvPicPr>
          <p:nvPr/>
        </p:nvPicPr>
        <p:blipFill>
          <a:blip r:embed="rId2"/>
          <a:srcRect l="22481" r="0" t="0" b="24812"/>
          <a:stretch/>
        </p:blipFill>
        <p:spPr>
          <a:xfrm>
            <a:off x="457200" y="1335938"/>
            <a:ext cx="2413102" cy="20107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335938"/>
            <a:ext cx="2413102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Заполните короткую анкету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457210" y="1893722"/>
            <a:ext cx="2413091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Пройдите небольшой опрос о своих физических данных</a:t>
            </a:r>
            <a:endParaRPr lang="en-US" sz="1500" dirty="0"/>
          </a:p>
        </p:txBody>
      </p:sp>
      <p:pic>
        <p:nvPicPr>
          <p:cNvPr id="7" name="Image 2" descr="https://osspub.smallppt.com/uploadFile/template/20250331/20250331133827mW5k.png">    </p:cNvPr>
          <p:cNvPicPr>
            <a:picLocks noChangeAspect="1"/>
          </p:cNvPicPr>
          <p:nvPr/>
        </p:nvPicPr>
        <p:blipFill>
          <a:blip r:embed="rId3"/>
          <a:srcRect l="15132" r="19079" t="19072" b="29381"/>
          <a:stretch/>
        </p:blipFill>
        <p:spPr>
          <a:xfrm>
            <a:off x="3365558" y="1930070"/>
            <a:ext cx="2413102" cy="20107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365101" y="1930070"/>
            <a:ext cx="2413559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Укажите ограничения по здоровью (если есть)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3365231" y="2487854"/>
            <a:ext cx="2413428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составит программу с учетом ваших ограничений и пожеланий</a:t>
            </a:r>
            <a:endParaRPr lang="en-US" sz="1500" dirty="0"/>
          </a:p>
        </p:txBody>
      </p:sp>
      <p:pic>
        <p:nvPicPr>
          <p:cNvPr id="10" name="Image 3" descr="https://osspub.smallppt.com/uploadFile/template/20250331/20250331131528SKmX.png">    </p:cNvPr>
          <p:cNvPicPr>
            <a:picLocks noChangeAspect="1"/>
          </p:cNvPicPr>
          <p:nvPr/>
        </p:nvPicPr>
        <p:blipFill>
          <a:blip r:embed="rId4"/>
          <a:srcRect l="0" r="32432" t="31507" b="0"/>
          <a:stretch/>
        </p:blipFill>
        <p:spPr>
          <a:xfrm>
            <a:off x="6273448" y="2524201"/>
            <a:ext cx="2413102" cy="20107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73698" y="2524491"/>
            <a:ext cx="2412851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Выберите по желанию целевую группу мышц для наибольшей нагрузки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6273698" y="3081985"/>
            <a:ext cx="2412851" cy="9601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endParaRPr lang="en-US" sz="1500" dirty="0"/>
          </a:p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AI-тренер составит программу с упором на желаемую мышечную группу</a:t>
            </a:r>
            <a:endParaRPr lang="en-US" sz="1500" dirty="0"/>
          </a:p>
        </p:txBody>
      </p:sp>
      <p:pic>
        <p:nvPicPr>
          <p:cNvPr id="13" name="Image 4" descr="https://osspub.smallppt.com/uploadFile/template/20250402/20250402211843JpPb.png">    </p:cNvPr>
          <p:cNvPicPr>
            <a:picLocks noChangeAspect="1"/>
          </p:cNvPicPr>
          <p:nvPr/>
        </p:nvPicPr>
        <p:blipFill>
          <a:blip r:embed="rId5"/>
          <a:srcRect l="11852" r="14074" t="5556" b="38889"/>
          <a:stretch/>
        </p:blipFill>
        <p:spPr>
          <a:xfrm>
            <a:off x="68580" y="3770071"/>
            <a:ext cx="1705356" cy="12792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pub.smallppt.com/uploadFile/template/20250331/202503311318017cG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3368" y="0"/>
            <a:ext cx="2770632" cy="1586484"/>
          </a:xfrm>
          <a:prstGeom prst="rect">
            <a:avLst/>
          </a:prstGeom>
        </p:spPr>
      </p:pic>
      <p:pic>
        <p:nvPicPr>
          <p:cNvPr id="3" name="Image 1" descr="https://osspub.smallppt.com/uploadFile/template/20250331/20250331131528SKm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97580"/>
            <a:ext cx="2824582" cy="16459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365760"/>
            <a:ext cx="8245387" cy="7406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агентом можно общаться в режиме “живого диалога”,</a:t>
            </a:r>
            <a:endParaRPr lang="en-US" sz="1500" dirty="0"/>
          </a:p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например, попросить составить меню</a:t>
            </a:r>
            <a:endParaRPr lang="en-US" sz="1500" dirty="0"/>
          </a:p>
        </p:txBody>
      </p:sp>
      <p:pic>
        <p:nvPicPr>
          <p:cNvPr id="5" name="Image 2" descr="https://osspub.smallppt.com/uploadFile/template/20250331/20250331144323nW3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7200" y="1503302"/>
            <a:ext cx="274320" cy="27432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34263" y="1410919"/>
            <a:ext cx="274320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Питание как основа успеха</a:t>
            </a:r>
            <a:endParaRPr lang="en-US" sz="1500" dirty="0"/>
          </a:p>
        </p:txBody>
      </p:sp>
      <p:sp>
        <p:nvSpPr>
          <p:cNvPr id="7" name="Text 2"/>
          <p:cNvSpPr/>
          <p:nvPr/>
        </p:nvSpPr>
        <p:spPr>
          <a:xfrm>
            <a:off x="731520" y="1777594"/>
            <a:ext cx="274320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Попросите GymAiMentor составить план питания на неделю - он даст ответ с учетом вашей анкеты</a:t>
            </a:r>
            <a:endParaRPr lang="en-US" sz="1500" dirty="0"/>
          </a:p>
        </p:txBody>
      </p:sp>
      <p:pic>
        <p:nvPicPr>
          <p:cNvPr id="8" name="Image 3" descr="https://osspub.smallppt.com/uploadFile/template/20250331/20250331144323nW3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684825" y="1503274"/>
            <a:ext cx="274320" cy="27432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959387" y="1410719"/>
            <a:ext cx="2743200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Информация о необходимых нутриентах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5959387" y="1777622"/>
            <a:ext cx="274320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AI-агент может дать необходимые рекомендации по приему спортивных добавок</a:t>
            </a:r>
            <a:endParaRPr lang="en-US" sz="1500" dirty="0"/>
          </a:p>
        </p:txBody>
      </p:sp>
      <p:pic>
        <p:nvPicPr>
          <p:cNvPr id="11" name="Image 4" descr="https://osspub.smallppt.com/uploadFile/template/20250331/20250331144323nW3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457200" y="3075127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34263" y="2982293"/>
            <a:ext cx="274320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Советы по выбору продуктов</a:t>
            </a:r>
            <a:endParaRPr lang="en-US" sz="1500" dirty="0"/>
          </a:p>
        </p:txBody>
      </p:sp>
      <p:sp>
        <p:nvSpPr>
          <p:cNvPr id="13" name="Text 6"/>
          <p:cNvSpPr/>
          <p:nvPr/>
        </p:nvSpPr>
        <p:spPr>
          <a:xfrm>
            <a:off x="731520" y="3349447"/>
            <a:ext cx="2743200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вы предпочитаете определенную группу продуктов, просто уточните это в вопросе, агент учтет это при составлении рациона</a:t>
            </a:r>
            <a:endParaRPr lang="en-US" sz="1500" dirty="0"/>
          </a:p>
        </p:txBody>
      </p:sp>
      <p:pic>
        <p:nvPicPr>
          <p:cNvPr id="14" name="Image 5" descr="https://osspub.smallppt.com/uploadFile/template/20250331/20250331144323nW3x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5685067" y="3075127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959387" y="2982293"/>
            <a:ext cx="2743200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Рекомендуемые диеты для спортсменов</a:t>
            </a:r>
            <a:endParaRPr lang="en-US" sz="1500" dirty="0"/>
          </a:p>
        </p:txBody>
      </p:sp>
      <p:sp>
        <p:nvSpPr>
          <p:cNvPr id="16" name="Text 8"/>
          <p:cNvSpPr/>
          <p:nvPr/>
        </p:nvSpPr>
        <p:spPr>
          <a:xfrm>
            <a:off x="5959387" y="3338909"/>
            <a:ext cx="2743200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Существуют специальные диеты для разных видов спорта, можете сделать такой запрос - и получите квалифицированный ответ</a:t>
            </a:r>
            <a:endParaRPr lang="en-US" sz="1500" dirty="0"/>
          </a:p>
        </p:txBody>
      </p:sp>
      <p:pic>
        <p:nvPicPr>
          <p:cNvPr id="17" name="Image 6" descr="https://osspub.smallppt.com/uploadFile/template/20250402/20250402212821EhrS.png">    </p:cNvPr>
          <p:cNvPicPr>
            <a:picLocks noChangeAspect="1"/>
          </p:cNvPicPr>
          <p:nvPr/>
        </p:nvPicPr>
        <p:blipFill>
          <a:blip r:embed="rId7"/>
          <a:srcRect l="10400" r="9600" t="8000" b="12000"/>
          <a:stretch/>
        </p:blipFill>
        <p:spPr>
          <a:xfrm>
            <a:off x="3657600" y="1657807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Гибкие настройки профиля</a:t>
            </a:r>
            <a:endParaRPr lang="en-US" sz="1500" dirty="0"/>
          </a:p>
        </p:txBody>
      </p:sp>
      <p:pic>
        <p:nvPicPr>
          <p:cNvPr id="3" name="Image 0" descr="https://osspub.smallppt.com/uploadFile/template/20250331/20250331135146cd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89965"/>
            <a:ext cx="3219716" cy="3219716"/>
          </a:xfrm>
          <a:prstGeom prst="rect">
            <a:avLst/>
          </a:prstGeom>
        </p:spPr>
      </p:pic>
      <p:pic>
        <p:nvPicPr>
          <p:cNvPr id="4" name="Image 1" descr="https://osspub.smallppt.com/uploadFile/template/20250331/202503311318017cGM.png">    </p:cNvPr>
          <p:cNvPicPr>
            <a:picLocks noChangeAspect="1"/>
          </p:cNvPicPr>
          <p:nvPr/>
        </p:nvPicPr>
        <p:blipFill>
          <a:blip r:embed="rId2"/>
          <a:srcRect l="22481" r="0" t="0" b="24812"/>
          <a:stretch/>
        </p:blipFill>
        <p:spPr>
          <a:xfrm>
            <a:off x="3219716" y="2078207"/>
            <a:ext cx="5467084" cy="124323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19716" y="2078431"/>
            <a:ext cx="5467084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GymAiMentor вы можете точечно изменять параметры своей анкеты и менять настройки для генерации программ тренировок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3219716" y="2699823"/>
            <a:ext cx="5467084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изменить любой параметр из своей анкеты - как цель тренировок, так и желаемый вес. Вы так же можете установить акцент на другую мышечную группу.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Ответы AI-тренера всегда под рукой</a:t>
            </a:r>
            <a:endParaRPr lang="en-US" sz="1500" dirty="0"/>
          </a:p>
        </p:txBody>
      </p:sp>
      <p:pic>
        <p:nvPicPr>
          <p:cNvPr id="3" name="Image 0" descr="https://osspub.smallppt.com/uploadFile/template/20250331/20250331140953nx7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0" y="1188720"/>
            <a:ext cx="2952598" cy="2952598"/>
          </a:xfrm>
          <a:prstGeom prst="rect">
            <a:avLst/>
          </a:prstGeom>
        </p:spPr>
      </p:pic>
      <p:pic>
        <p:nvPicPr>
          <p:cNvPr id="4" name="Image 1" descr="https://osspub.smallppt.com/uploadFile/template/20250331/20250331133827mW5k.png">    </p:cNvPr>
          <p:cNvPicPr>
            <a:picLocks noChangeAspect="1"/>
          </p:cNvPicPr>
          <p:nvPr/>
        </p:nvPicPr>
        <p:blipFill>
          <a:blip r:embed="rId2"/>
          <a:srcRect l="15132" r="19079" t="19072" b="29381"/>
          <a:stretch/>
        </p:blipFill>
        <p:spPr>
          <a:xfrm>
            <a:off x="3046339" y="1188720"/>
            <a:ext cx="5640019" cy="1005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046638" y="1188720"/>
            <a:ext cx="564016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Сохраните ответ в формате .txt сразу в телефон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3046339" y="1374328"/>
            <a:ext cx="5640461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вас есть возможность сохранять любые ответы агента - как программы тренировок, так и ответы в режиме живого диалога</a:t>
            </a:r>
            <a:endParaRPr lang="en-US" sz="1500" dirty="0"/>
          </a:p>
        </p:txBody>
      </p:sp>
      <p:pic>
        <p:nvPicPr>
          <p:cNvPr id="7" name="Image 2" descr="https://osspub.smallppt.com/uploadFile/template/20250331/20250331131528SKmX.png">    </p:cNvPr>
          <p:cNvPicPr>
            <a:picLocks noChangeAspect="1"/>
          </p:cNvPicPr>
          <p:nvPr/>
        </p:nvPicPr>
        <p:blipFill>
          <a:blip r:embed="rId3"/>
          <a:srcRect l="0" r="32432" t="31507" b="0"/>
          <a:stretch/>
        </p:blipFill>
        <p:spPr>
          <a:xfrm>
            <a:off x="3046781" y="2297064"/>
            <a:ext cx="5640019" cy="10058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046938" y="2296802"/>
            <a:ext cx="563972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Всегда доступны последние 10 ответов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3046781" y="2482426"/>
            <a:ext cx="5640019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меню агента есть опция для просмотра сохраненных ответов с датой и временем</a:t>
            </a:r>
            <a:endParaRPr lang="en-US" sz="1500" dirty="0"/>
          </a:p>
        </p:txBody>
      </p:sp>
      <p:pic>
        <p:nvPicPr>
          <p:cNvPr id="10" name="Image 3" descr="https://osspub.smallppt.com/uploadFile/template/20250331/20250331140505hE7N.png">    </p:cNvPr>
          <p:cNvPicPr>
            <a:picLocks noChangeAspect="1"/>
          </p:cNvPicPr>
          <p:nvPr/>
        </p:nvPicPr>
        <p:blipFill>
          <a:blip r:embed="rId4"/>
          <a:srcRect l="15328" r="11679" t="28781" b="22439"/>
          <a:stretch/>
        </p:blipFill>
        <p:spPr>
          <a:xfrm>
            <a:off x="3046781" y="3405146"/>
            <a:ext cx="5640019" cy="10058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046781" y="3405413"/>
            <a:ext cx="5640019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Поддержка в offline-режиме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3046781" y="3591036"/>
            <a:ext cx="5640019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Сохраненные ответы всегда доступны даже при отсутствии связи и сбоях в Telegram 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pub.smallppt.com/uploadFile/template/20250331/202503311318017cG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3368" y="0"/>
            <a:ext cx="2770632" cy="15864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65760"/>
            <a:ext cx="8229600" cy="43891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Задайте вопрос AI-тренеру на любую тему</a:t>
            </a:r>
            <a:endParaRPr lang="en-US" sz="1500" dirty="0"/>
          </a:p>
        </p:txBody>
      </p:sp>
      <p:pic>
        <p:nvPicPr>
          <p:cNvPr id="4" name="Image 1" descr="https://osspub.smallppt.com/uploadFile/template/20250331/20250331143033DxM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28" y="1240077"/>
            <a:ext cx="274320" cy="274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8448" y="1147494"/>
            <a:ext cx="562492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надоело ходить в тренажерный зал 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48448" y="1330374"/>
            <a:ext cx="5624474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можете в режиме живого диалога запросить программу по другому вижу спорта, например, составить график беговых тренировок</a:t>
            </a:r>
            <a:endParaRPr lang="en-US" sz="1500" dirty="0"/>
          </a:p>
        </p:txBody>
      </p:sp>
      <p:pic>
        <p:nvPicPr>
          <p:cNvPr id="7" name="Image 2" descr="https://osspub.smallppt.com/uploadFile/template/20250331/20250331143033DxM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13" y="2066078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76833" y="1973275"/>
            <a:ext cx="574127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Хотите приобрести смарт-часы или другой девайс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1176833" y="2203238"/>
            <a:ext cx="5196535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GymAiMentor подскажет ТОП-устройств под ваши цели и бюджет</a:t>
            </a:r>
            <a:endParaRPr lang="en-US" sz="1500" dirty="0"/>
          </a:p>
        </p:txBody>
      </p:sp>
      <p:pic>
        <p:nvPicPr>
          <p:cNvPr id="10" name="Image 3" descr="https://osspub.smallppt.com/uploadFile/template/20250331/20250331143033DxM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28" y="2895514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8894" y="2802636"/>
            <a:ext cx="562447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Планируете зайти в магазин спортивного питания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748894" y="2987639"/>
            <a:ext cx="5624474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Запросите у агента необходимый список БАДов, он даст ответ с учетом ваших параметров и целей</a:t>
            </a:r>
            <a:endParaRPr lang="en-US" sz="1500" dirty="0"/>
          </a:p>
        </p:txBody>
      </p:sp>
      <p:pic>
        <p:nvPicPr>
          <p:cNvPr id="13" name="Image 4" descr="https://osspub.smallppt.com/uploadFile/template/20250331/20250331143033DxM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513" y="3723344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76833" y="3630761"/>
            <a:ext cx="5196535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знаете какой выбрать вес отягощений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1176833" y="3817298"/>
            <a:ext cx="5196535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Фитнес-бот даст безопасные рекомендации на основе вашего профиля</a:t>
            </a:r>
            <a:endParaRPr lang="en-US" sz="1500" dirty="0"/>
          </a:p>
        </p:txBody>
      </p:sp>
      <p:pic>
        <p:nvPicPr>
          <p:cNvPr id="16" name="Image 5" descr="https://osspub.smallppt.com/uploadFile/template/20250402/20250402212704Xz42.png">    </p:cNvPr>
          <p:cNvPicPr>
            <a:picLocks noChangeAspect="1"/>
          </p:cNvPicPr>
          <p:nvPr/>
        </p:nvPicPr>
        <p:blipFill>
          <a:blip r:embed="rId6"/>
          <a:srcRect l="0" r="0" t="0" b="24812"/>
          <a:stretch/>
        </p:blipFill>
        <p:spPr>
          <a:xfrm>
            <a:off x="6405372" y="1561795"/>
            <a:ext cx="2692908" cy="20199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osspub.smallppt.com/uploadFile/template/20250331/20250331131528SKm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497580"/>
            <a:ext cx="2824386" cy="1645894"/>
          </a:xfrm>
          <a:prstGeom prst="rect">
            <a:avLst/>
          </a:prstGeom>
        </p:spPr>
      </p:pic>
      <p:pic>
        <p:nvPicPr>
          <p:cNvPr id="3" name="Image 1" descr="https://osspub.smallppt.com/uploadFile/template/20250331/202503311318017cG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368" y="0"/>
            <a:ext cx="2770632" cy="1586484"/>
          </a:xfrm>
          <a:prstGeom prst="rect">
            <a:avLst/>
          </a:prstGeom>
        </p:spPr>
      </p:pic>
      <p:pic>
        <p:nvPicPr>
          <p:cNvPr id="4" name="Image 2" descr="https://osspub.smallppt.com/uploadFile/template/20250331/20250331133827mW5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41593" cy="1092038"/>
          </a:xfrm>
          <a:prstGeom prst="rect">
            <a:avLst/>
          </a:prstGeom>
        </p:spPr>
      </p:pic>
      <p:pic>
        <p:nvPicPr>
          <p:cNvPr id="5" name="Image 3" descr="https://osspub.smallppt.com/uploadFile/template/20250331/20250331124944Zc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rot="526938">
            <a:off x="6138270" y="2122606"/>
            <a:ext cx="2749948" cy="274994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15259" y="2077974"/>
            <a:ext cx="5029200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>
              <a:lnSpc>
                <a:spcPct val="96000"/>
              </a:lnSpc>
              <a:spcBef>
                <a:spcPts val="375"/>
              </a:spcBef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1500" dirty="0"/>
          </a:p>
        </p:txBody>
      </p:sp>
      <p:sp>
        <p:nvSpPr>
          <p:cNvPr id="7" name="Text 1"/>
          <p:cNvSpPr/>
          <p:nvPr/>
        </p:nvSpPr>
        <p:spPr>
          <a:xfrm>
            <a:off x="915259" y="2699766"/>
            <a:ext cx="502920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>
              <a:lnSpc>
                <a:spcPct val="80000"/>
              </a:lnSpc>
              <a:spcBef>
                <a:spcPts val="375"/>
              </a:spcBef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Продуктивных вам тренировок с GymAiMentor</a:t>
            </a:r>
            <a:endParaRPr lang="en-US" sz="1500" dirty="0"/>
          </a:p>
        </p:txBody>
      </p:sp>
      <p:sp>
        <p:nvSpPr>
          <p:cNvPr id="8" name="Text 2"/>
          <p:cNvSpPr/>
          <p:nvPr/>
        </p:nvSpPr>
        <p:spPr>
          <a:xfrm>
            <a:off x="2287971" y="3040380"/>
            <a:ext cx="2886171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375"/>
              </a:spcBef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t.me/GymAiMentor_bot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2025-11-09T13:33:03Z</dcterms:created>
  <dcterms:modified xsi:type="dcterms:W3CDTF">2025-11-09T13:33:03Z</dcterms:modified>
</cp:coreProperties>
</file>